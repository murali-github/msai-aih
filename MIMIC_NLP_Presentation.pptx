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A1FC55-F999-5442-0AB8-01B9962A2E28}" v="36" dt="2026-07-07T04:21:36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7BA89-5955-483A-A666-4ACDF1A4CA28}" type="datetimeFigureOut"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2BB3E-2AB3-4AFD-99F5-B4DBB8DCC9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88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MIMIC-III NLP Assignment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spaCy, scispaCy, and medspaCy on Real ICU Discharge Notes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4"/>
                </a:solidFill>
                <a:latin typeface="Calibri"/>
                <a:ea typeface="Calibri"/>
                <a:cs typeface="Calibri"/>
              </a:rPr>
              <a:t>AI 395T — AI for </a:t>
            </a:r>
            <a:r>
              <a:rPr lang="en-US" sz="1400" dirty="0" err="1">
                <a:solidFill>
                  <a:srgbClr val="8FA3C4"/>
                </a:solidFill>
                <a:latin typeface="Calibri"/>
                <a:ea typeface="Calibri"/>
                <a:cs typeface="Calibri"/>
              </a:rPr>
              <a:t>Healthcae</a:t>
            </a:r>
            <a:r>
              <a:rPr lang="en-US" sz="1400" dirty="0">
                <a:solidFill>
                  <a:srgbClr val="8FA3C4"/>
                </a:solidFill>
                <a:latin typeface="Calibri"/>
                <a:ea typeface="Calibri"/>
                <a:cs typeface="Calibri"/>
              </a:rPr>
              <a:t>  |  Summer 2026 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Compare Three NLP Tools on Clinical Text?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NLP tools miss a lot of clinical meaning - they don't know 'MI' means heart attack, or that 'denies pain' is a negative finding.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18745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66344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344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is general-purpose. scispaCy adds biomedical training. medspaCy adds clinical context - negation, family history, hypothetical statements.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0" y="18745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50392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0392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NLP tool changes what information you can reliably pull out of real patient notes.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Is 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6304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Data Source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pulled from Google </a:t>
            </a:r>
            <a:r>
              <a:rPr lang="en-US" sz="14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BigQuery</a:t>
            </a: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(MIMIC-III public dataset)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patients with ICD-9 code 430 (subarachnoid hemorrhage)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type: Discharge summaries only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matching notes found; a smaller sample used for processing speed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4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13232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Tool Does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3796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extraction: find clinical terms in the text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 turn words into number vectors based on context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t-SNE: compress those vectors down to 2D so we can plot and compare them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run for spaCy, scispaCy, and medspaCy on the same notes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spaCy — General-Purpose NLP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standard named entity recognition (people, places, dates, numbers) plus word2vec and t-SNE on the same notes.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fair baseline to measure the other two tools against - free of any medical training.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ran it: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en_core_web_sm, extract entities, tokenize, train word2vec, plot tuned t-SNE.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965960"/>
            <a:ext cx="4892040" cy="3977640"/>
          </a:xfrm>
          <a:prstGeom prst="roundRect">
            <a:avLst>
              <a:gd name="adj" fmla="val 1839"/>
            </a:avLst>
          </a:prstGeom>
          <a:solidFill>
            <a:srgbClr val="FEF7E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2258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283464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entity types were CARDINAL, ORG, PERSON, and DATE - generic categories. It missed almost all clinical concepts (diagnoses, symptoms, medications).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47091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vocabulary size: 2,166 words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scispaCy — Biomedical NLP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models trained on biomedical literature to recognize diseases, chemicals, and other domain-specific terms.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understands clinical vocabulary that general spaCy simply doesn't recognize.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ran it: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en_core_sci_sm and en_ner_bc5cdr_md, extract entities, tokenize, train word2vec, plot tuned t-SNE.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965960"/>
            <a:ext cx="4892040" cy="3977640"/>
          </a:xfrm>
          <a:prstGeom prst="roundRect">
            <a:avLst>
              <a:gd name="adj" fmla="val 1839"/>
            </a:avLst>
          </a:prstGeom>
          <a:solidFill>
            <a:srgbClr val="EAFBF6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2258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283464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1,178 DISEASE entities and 678 CHEMICAL entities - a much more clinically useful breakdown than spaCy's generic categories.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47091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vocabulary size: 2,321 words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en_core_sci_sm, en_ner_bc5cdr_md  |  Output: entity counts, word2vec, tuned t-SNE plot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medspaCy — Clinical Context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negation, family history, and hypothetical detection on top of entities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whether a clinical concept is negated, historical, hypothetical, or about a family member - not just whether it's mentioned.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'Denies chest pain' and 'has chest pain' are opposite findings. Only medspaCy tells them apart.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ran it: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medspaCy, add target rules for SAH-related concepts, run context detection over the sample.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965960"/>
            <a:ext cx="4892040" cy="3977640"/>
          </a:xfrm>
          <a:prstGeom prst="roundRect">
            <a:avLst>
              <a:gd name="adj" fmla="val 1839"/>
            </a:avLst>
          </a:prstGeom>
          <a:solidFill>
            <a:srgbClr val="FEF7E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Important finding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95160" y="283464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spaCy and scispaCy, medspaCy's entity finder is rule-based and starts empty - it only finds concepts we explicitly define with target rules.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47091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vocabulary size: 2,223 words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medspaCy  |  Output: entity + negation/context flags, word2vec, tuned t-SNE plot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scispaCy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medspaCy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focus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(people, orgs, dates)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Biomedical (disease, chemical)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context (negation, etc.)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categories found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CARDINAL, ORG, PERSON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DISEASE, CHEMICAL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Rule-defined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custom setup?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 target rules required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vocab size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Quick, general text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concept 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Negation &amp; context 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Entities to Clinical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NLP misses most clinical meaning in notes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training (scispaCy) surfaces real clinical concepts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detection (medspaCy) tells a positive finding from a negative one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right tool changes what you can reliably extract from notes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Reproduce This Analysis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PhysioNet access to MIMIC-III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MIMIC-III into Google BigQuery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cohort query in the notebook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spaCy, scispaCy, and medspaCy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5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entity extraction, word2vec, and t-SNE for each tool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MIMIC-III NLP Assignment</dc:title>
  <dc:subject>PptxGenJS Presentation</dc:subject>
  <dc:creator>AI 395T</dc:creator>
  <cp:lastModifiedBy>AI 395T</cp:lastModifiedBy>
  <cp:revision>22</cp:revision>
  <dcterms:created xsi:type="dcterms:W3CDTF">2026-07-07T04:13:29Z</dcterms:created>
  <dcterms:modified xsi:type="dcterms:W3CDTF">2026-07-07T04:21:59Z</dcterms:modified>
</cp:coreProperties>
</file>