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91EE8D-428E-4907-76D3-97052EF438E5}" v="7" dt="2026-07-25T22:44:19.5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44464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Zero-shot</c:v>
                </c:pt>
                <c:pt idx="1">
                  <c:v>Few-shot</c:v>
                </c:pt>
                <c:pt idx="2">
                  <c:v>CoT</c:v>
                </c:pt>
                <c:pt idx="3">
                  <c:v>ToT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0.63300000000000001</c:v>
                </c:pt>
                <c:pt idx="1">
                  <c:v>0.67300000000000004</c:v>
                </c:pt>
                <c:pt idx="2">
                  <c:v>0.61199999999999999</c:v>
                </c:pt>
                <c:pt idx="3">
                  <c:v>0.63300000000000001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79-49FA-94B1-9A831098690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64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</c:scaling>
        <c:delete val="0"/>
        <c:axPos val="l"/>
        <c:majorGridlines>
          <c:spPr>
            <a:ln w="12700" cap="flat">
              <a:solidFill>
                <a:srgbClr val="E3E7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64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 (caught High risk)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44464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Zero-shot</c:v>
                </c:pt>
                <c:pt idx="1">
                  <c:v>Few-shot</c:v>
                </c:pt>
                <c:pt idx="2">
                  <c:v>CoT</c:v>
                </c:pt>
                <c:pt idx="3">
                  <c:v>ToT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</c:v>
                </c:pt>
                <c:pt idx="1">
                  <c:v>0.84</c:v>
                </c:pt>
                <c:pt idx="2">
                  <c:v>0.08</c:v>
                </c:pt>
                <c:pt idx="3">
                  <c:v>0.08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D8-4741-ADCC-6705E7E049A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64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12700" cap="flat">
              <a:solidFill>
                <a:srgbClr val="E3E7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64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440BFC-A782-48F2-A1F3-217710EAC7BB}" type="datetimeFigureOut">
              <a:t>7/25/2026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458477-8D78-409D-A0D5-6E4945ED6D7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535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link: [add your GitHub or Colab link here before submitting]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TUTORIAL  |  MTSAMPLES + SYNTHEA + GPT-4O-MINI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LLM Prompting Methods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788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Healthcare Text and Structured Data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370332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Zero-shot, few-shot, chain-of-thought, and tree-of-thoughts prompting, tested on the same goal across two very different kinds of healthcare data: free-text clinical reports and structured patient records.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172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100">
                <a:solidFill>
                  <a:srgbClr val="9AA5B1"/>
                </a:solidFill>
                <a:latin typeface="Calibri"/>
                <a:ea typeface="Calibri"/>
                <a:cs typeface="Calibri"/>
              </a:rPr>
              <a:t>SLIDES AND ANALYSIS DRAFTED WITH AI ASSISTANCE   |  CONTENT AND RESULTS REVIEWED BY THE AUTHOR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Compare Prompting Methods?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12700">
            <a:solidFill>
              <a:srgbClr val="E3E7EA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011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goal, four ways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method gets the same task and the same output format. Only the prompt changes.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51960" y="182880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12700">
            <a:solidFill>
              <a:srgbClr val="E3E7EA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2011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data shapes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80560" y="242316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text and structured records stress prompting differently. Comparing both shows what really helps.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55280" y="182880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12700">
            <a:solidFill>
              <a:srgbClr val="E3E7EA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83880" y="2011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evaluation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83880" y="242316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is checked against real ground truth. Formatting artifacts get caught and corrected, not hidden.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0233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technique is often chosen by habit. This tutorial tests that habit: does extra reasoning actually help, or just add complexity?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Datasets, One Common Goal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120640" cy="2743200"/>
          </a:xfrm>
          <a:prstGeom prst="roundRect">
            <a:avLst>
              <a:gd name="adj" fmla="val 2667"/>
            </a:avLst>
          </a:prstGeom>
          <a:solidFill>
            <a:srgbClr val="F7F9FA"/>
          </a:solidFill>
          <a:ln w="12700">
            <a:solidFill>
              <a:srgbClr val="E3E7EA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057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MTSamples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~5,000 clinical reports, 40 specialties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classify medical specialty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truth: the label already in the data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set: 49 records, 7 specialties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35040" y="1828800"/>
            <a:ext cx="5120640" cy="2743200"/>
          </a:xfrm>
          <a:prstGeom prst="roundRect">
            <a:avLst>
              <a:gd name="adj" fmla="val 2667"/>
            </a:avLst>
          </a:prstGeom>
          <a:solidFill>
            <a:srgbClr val="F7F9FA"/>
          </a:solidFill>
          <a:ln w="12700">
            <a:solidFill>
              <a:srgbClr val="E3E7EA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63640" y="2057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63640" y="260604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patients, full condition + medication history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classify opioid-misuse risk (Low / High)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truth: later "Drug overdose" condition, used as a proxy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set: 50 patients, 25 High + 25 Low (oversampled)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Know What's Correct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0607040" cy="1463040"/>
          </a:xfrm>
          <a:prstGeom prst="roundRect">
            <a:avLst>
              <a:gd name="adj" fmla="val 5000"/>
            </a:avLst>
          </a:prstGeom>
          <a:solidFill>
            <a:srgbClr val="FDF1E3"/>
          </a:solidFill>
          <a:ln w="12700">
            <a:solidFill>
              <a:srgbClr val="FDF1E3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9339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25E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MTSamples ground truth is a real label already in the data. Synthea ground truth is a proxy: a later "Drug overdose" condition marks a patient High risk — bounded by what the simulator generated, not a validated clinical score.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5661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Synthea patient's history is cut off before their overdose date, so the model never sees the outcome it's predicting.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Prompting Methods, Same Question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F7F9FA"/>
          </a:solidFill>
          <a:ln w="12700">
            <a:solidFill>
              <a:srgbClr val="E3E7EA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011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Zero-shot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an instruction, no examples. Tests raw model ability.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35040" y="182880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F7F9FA"/>
          </a:solidFill>
          <a:ln w="12700">
            <a:solidFill>
              <a:srgbClr val="E3E7EA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63640" y="2011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Few-shot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63640" y="24231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1-3 example pairs shown first, from a separate pool.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F7F9FA"/>
          </a:solidFill>
          <a:ln w="12700">
            <a:solidFill>
              <a:srgbClr val="E3E7EA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5661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Chain-of-thought (CoT)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39776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step by step internally, then output only the label.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338328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F7F9FA"/>
          </a:solidFill>
          <a:ln w="12700">
            <a:solidFill>
              <a:srgbClr val="E3E7EA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63640" y="35661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Tree-of-thoughts (ToT)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39776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 three interpretations internally, pick the best one.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Example: Chain-of-Thought on Synthea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0607040" cy="3566160"/>
          </a:xfrm>
          <a:prstGeom prst="roundRect">
            <a:avLst>
              <a:gd name="adj" fmla="val 205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03120"/>
            <a:ext cx="9966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3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Given this patient's condition and medication history, classify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3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their opioid-misuse risk as Low or High.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3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First, silently reason step by step: (1) list the conditions in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3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chronological order, (2) list the medications in chronological order,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3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(3) note any pattern of escalation, switching, or discontinuation in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3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medication type/potency over time, (4) classify risk based on that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3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pattern. Then output ONLY the final JSON (do not show your reasoning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3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 in the output).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3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Respond ONLY with JSON: {"label": "Low" or "High",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3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"probability_high": &lt;float 0.0-1.0&gt;, "reason": "&lt;one sentence&gt;"}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3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patient's condition + medication timeline inserted here ]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55321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methods share this same JSON schema — only the reasoning instructions in the middle change.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MTSAMPLES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Specialty Classification Accuracy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83080"/>
          <a:ext cx="566928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492240" y="1783080"/>
            <a:ext cx="4663440" cy="3108960"/>
          </a:xfrm>
          <a:prstGeom prst="roundRect">
            <a:avLst>
              <a:gd name="adj" fmla="val 2353"/>
            </a:avLst>
          </a:prstGeom>
          <a:solidFill>
            <a:srgbClr val="FDF1E3"/>
          </a:solidFill>
          <a:ln w="12700">
            <a:solidFill>
              <a:srgbClr val="FDF1E3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720840" y="19476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25E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720840" y="2240280"/>
            <a:ext cx="4206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specialty names, like "Cardiovascular / Pulmonary", were sometimes answered as just one half. That was correct, but scored as wrong.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fixing this, all four methods land close together (0.61-0.67). The earlier gap was mostly a formatting issue, not a reasoning difference.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SYNTHEA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Opioid-Risk Recall by Method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83080"/>
          <a:ext cx="566928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492240" y="1783080"/>
            <a:ext cx="4663440" cy="3108960"/>
          </a:xfrm>
          <a:prstGeom prst="roundRect">
            <a:avLst>
              <a:gd name="adj" fmla="val 2353"/>
            </a:avLst>
          </a:prstGeom>
          <a:solidFill>
            <a:srgbClr val="FDF1E3"/>
          </a:solidFill>
          <a:ln w="12700">
            <a:solidFill>
              <a:srgbClr val="FDF1E3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720840" y="19476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25E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720840" y="2240280"/>
            <a:ext cx="4206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 and ToT almost never predicted High risk (recall 0.08), though always correct when they did (precision 1.00).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performed best (recall 0.84) — concrete examples anchored the model better than reasoning did.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 and ToT gave nearly identical results, so the extra step in ToT added no real benefit here.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These Results Don't Show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607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Synthea ground truth is a proxy, not a validated risk score.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patients were oversampled for evaluation (25 of 50, vs. a natural 4.4% rate).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sets are small (49 and 50 records) to keep cost and runtime low.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examples had zero overlap with the eval records.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Ideas for Improvement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12700">
            <a:solidFill>
              <a:srgbClr val="E3E7EA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011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labels before scoring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predictions against the full specialty list so partial matches aren't penalized.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51960" y="182880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12700">
            <a:solidFill>
              <a:srgbClr val="E3E7EA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2011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AUROC / AUPRC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80560" y="242316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the model's confidence directly, not just its 0.5-threshold label.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55280" y="182880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12700">
            <a:solidFill>
              <a:srgbClr val="E3E7EA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83880" y="2011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an embeddings classifier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83880" y="242316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simple classifier on embeddings as a non-prompting baseline.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0233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larger, more balanced eval set would help confirm whether the CoT/ToT caution effect holds up.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Reasoning Isn't Always Better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3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labeling issue was fixed, all four methods scored about the same on MTSamples. On Synthea, CoT and ToT made the model too cautious, missing most true high-risk patients — few-shot was the most reliable anchor on both tasks.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6</cp:revision>
  <dcterms:created xsi:type="dcterms:W3CDTF">2026-07-25T22:40:12Z</dcterms:created>
  <dcterms:modified xsi:type="dcterms:W3CDTF">2026-07-25T22:44:45Z</dcterms:modified>
</cp:coreProperties>
</file>